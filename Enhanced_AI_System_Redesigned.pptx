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645920"/>
            <a:ext cx="6400800" cy="6400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-73152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PLATFORM  •  2024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AI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Gamified Platform for Job Seekers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Analyze, Build, and Practice Interviews.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0" y="822960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822960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27264" y="822960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4736" y="822960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822960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353312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1353312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7264" y="1353312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353312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1353312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883664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1883664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7264" y="1883664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1883664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1883664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2414016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2414016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414016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74736" y="2414016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22208" y="2414016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944368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792" y="2944368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27264" y="2944368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2944368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22208" y="2944368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3474720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3474720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27264" y="3474720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3474720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22208" y="3474720"/>
            <a:ext cx="64008" cy="6400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4005072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4005072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7264" y="4005072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74736" y="4005072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22208" y="4005072"/>
            <a:ext cx="64008" cy="64008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70916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908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502920" cy="502920"/>
          </a:xfrm>
          <a:prstGeom prst="ellipse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76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94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UNDERPREPARED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Practice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fail because they lack realistic, pressure-tested mock interview environments.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33472" y="1371600"/>
            <a:ext cx="19659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33472" y="1371600"/>
            <a:ext cx="19659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70632" y="1536192"/>
            <a:ext cx="502920" cy="502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62763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24912" y="2194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2724912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REJECTED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724912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24912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resumes are rejected by Applicant Tracking Systems without reaching a human.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09744" y="1371600"/>
            <a:ext cx="19659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09744" y="1371600"/>
            <a:ext cx="19659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46904" y="1536192"/>
            <a:ext cx="502920" cy="50292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62763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01184" y="2194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4901184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GIVEN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901184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901184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candidates receive no actionable guidance to improve their answers or CVs.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986016" y="1371600"/>
            <a:ext cx="19659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86016" y="1371600"/>
            <a:ext cx="19659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23176" y="1536192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1627632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77456" y="2194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3200" dirty="0"/>
          </a:p>
        </p:txBody>
      </p:sp>
      <p:sp>
        <p:nvSpPr>
          <p:cNvPr id="34" name="Text 28"/>
          <p:cNvSpPr/>
          <p:nvPr/>
        </p:nvSpPr>
        <p:spPr>
          <a:xfrm>
            <a:off x="7077456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NEEDED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077456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077456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must juggle separate platforms to build resumes and practice interviews.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SOLUTION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377440" y="2423160"/>
            <a:ext cx="210312" cy="36576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5548" y="1645920"/>
            <a:ext cx="868680" cy="868680"/>
          </a:xfrm>
          <a:prstGeom prst="ellipse">
            <a:avLst/>
          </a:prstGeom>
          <a:solidFill>
            <a:srgbClr val="0EA5E9">
              <a:alpha val="85000"/>
            </a:srgbClr>
          </a:solidFill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3383280"/>
            <a:ext cx="1746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beautiful, ATS-friendly resume instantly with live-preview split-pane editor.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4855464"/>
            <a:ext cx="19659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423160"/>
            <a:ext cx="210312" cy="36576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1820" y="1645920"/>
            <a:ext cx="868680" cy="868680"/>
          </a:xfrm>
          <a:prstGeom prst="ellipse">
            <a:avLst/>
          </a:prstGeom>
          <a:solidFill>
            <a:srgbClr val="38BDF8">
              <a:alpha val="85000"/>
            </a:srgbClr>
          </a:solidFill>
          <a:ln w="254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182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79192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79192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383280"/>
            <a:ext cx="1746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 existing resume, identify missing keywords, and beat ATS filters.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87752" y="4855464"/>
            <a:ext cx="19659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2423160"/>
            <a:ext cx="210312" cy="36576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8092" y="1645920"/>
            <a:ext cx="868680" cy="868680"/>
          </a:xfrm>
          <a:prstGeom prst="ellipse">
            <a:avLst/>
          </a:prstGeom>
          <a:solidFill>
            <a:srgbClr val="F472B6">
              <a:alpha val="85000"/>
            </a:srgbClr>
          </a:solidFill>
          <a:ln w="25400">
            <a:solidFill>
              <a:srgbClr val="F472B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8092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55464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55464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73752" y="3383280"/>
            <a:ext cx="1746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for a real-time AI Interview — answer verbally via mic in a live session.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64024" y="4855464"/>
            <a:ext cx="196596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84364" y="1645920"/>
            <a:ext cx="868680" cy="868680"/>
          </a:xfrm>
          <a:prstGeom prst="ellipse">
            <a:avLst/>
          </a:prstGeom>
          <a:solidFill>
            <a:srgbClr val="FBBF24">
              <a:alpha val="85000"/>
            </a:srgbClr>
          </a:solidFill>
          <a:ln w="254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4364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31736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31736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Feedback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0024" y="3383280"/>
            <a:ext cx="1746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comprehensive final score, semantic analysis, and constructive feedback.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0296" y="4855464"/>
            <a:ext cx="19659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5029200"/>
            <a:ext cx="8321040" cy="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 unified Web Application blending Frontend excellence and AI power  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FEATURE DEEP-DIVE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81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84708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live-preview split-pane editor that generates meticulously formatted PDFs directly in the browser. No downloads, no waiting.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82296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06040"/>
            <a:ext cx="6400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880360"/>
            <a:ext cx="548640" cy="54864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15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Analyzer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17320" y="30815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core technical skills from uploaded PDFs to identify gaps against job descriptions.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840480"/>
            <a:ext cx="64008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11480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Visualizer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417320" y="431596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UI alerts when baseline requirements are missing — such as top skills or contact details — before submission.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212080" y="1371600"/>
            <a:ext cx="3474720" cy="749808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12080" y="1371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12080" y="1737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PDF-ready in seconds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FEATURE DEEP-DIVE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594360"/>
          </a:xfrm>
          <a:prstGeom prst="rect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Google-level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1371600" cy="59436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642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1371600" cy="59436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642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Tiers — AI scales question complexity per level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11480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0EA5E9">
              <a:alpha val="2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2304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Audio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234440" y="267004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 physically 'speaks' the question out loud for a realistic interview feel.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00600" y="2194560"/>
            <a:ext cx="411480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2377440"/>
            <a:ext cx="502920" cy="50292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46888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2304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Voice Capture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577840" y="267004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records verbal replies directly in the secure browser session — no extra apps needed.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" y="3657600"/>
            <a:ext cx="411480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F472B6">
              <a:alpha val="22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767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Pipeline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234440" y="41330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recorded audio to the logic engine, translating voice into analyzable text instantly.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800600" y="3657600"/>
            <a:ext cx="411480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937760" y="3840480"/>
            <a:ext cx="502920" cy="502920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93192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77840" y="3767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5577840" y="41330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evaluated live via the AI backend with sub-second semantic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Algorithm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75120" y="1280160"/>
            <a:ext cx="2011680" cy="2011680"/>
          </a:xfrm>
          <a:prstGeom prst="ellipse">
            <a:avLst/>
          </a:prstGeom>
          <a:solidFill>
            <a:srgbClr val="1A2744"/>
          </a:solidFill>
          <a:ln w="38100">
            <a:solidFill>
              <a:srgbClr val="0EA5E9">
                <a:alpha val="70000"/>
              </a:srgbClr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0" y="1417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6751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9436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64208"/>
            <a:ext cx="3291840" cy="25603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664208"/>
            <a:ext cx="1316736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353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3533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underlying meaning of the user's answer against the AI's model answer.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664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59436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07208"/>
            <a:ext cx="3291840" cy="25603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07208"/>
            <a:ext cx="1975104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Density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4963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answers for mandatory technical jargon and domain-specific terminology.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2807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411480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444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Feedback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34440" y="40416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generative prompt provides a detailed paragraph on what the candidate missed.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800600" y="3566160"/>
            <a:ext cx="411480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37760" y="3749040"/>
            <a:ext cx="502920" cy="502920"/>
          </a:xfrm>
          <a:prstGeom prst="ellipse">
            <a:avLst/>
          </a:prstGeom>
          <a:solidFill>
            <a:srgbClr val="F472B6">
              <a:alpha val="22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840480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57784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5577840" y="40416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populate a public Global Leaderboard, driving engagement and healthy competition.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19659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00200"/>
            <a:ext cx="868680" cy="868680"/>
          </a:xfrm>
          <a:prstGeom prst="ellipse">
            <a:avLst/>
          </a:prstGeom>
          <a:solidFill>
            <a:srgbClr val="0EA5E9">
              <a:alpha val="20000"/>
            </a:srgbClr>
          </a:solidFill>
          <a:ln w="1905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70992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578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Layer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27248"/>
            <a:ext cx="1508760" cy="22860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React Router · Vite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2920" y="34290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glassmorphism aesthetic. Airy, modern, and responsive across all devices.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87752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87752" y="1417320"/>
            <a:ext cx="19659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6392" y="1600200"/>
            <a:ext cx="868680" cy="868680"/>
          </a:xfrm>
          <a:prstGeom prst="ellipse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09928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79192" y="2578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Layer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16352" y="3127248"/>
            <a:ext cx="1508760" cy="228600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79192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679192" y="34290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concurrency and speed required by real-time AI parsing and evaluation workloads.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64024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64024" y="1417320"/>
            <a:ext cx="196596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12664" y="1600200"/>
            <a:ext cx="868680" cy="868680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>
                <a:alpha val="5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709928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55464" y="2578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992624" y="3127248"/>
            <a:ext cx="1508760" cy="228600"/>
          </a:xfrm>
          <a:prstGeom prst="rect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55464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· Generative AI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855464" y="34290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text analysis pipelines for semantic similarity and keyword density scoring.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940296" y="1417320"/>
            <a:ext cx="19659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40296" y="1417320"/>
            <a:ext cx="19659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88936" y="1600200"/>
            <a:ext cx="868680" cy="86868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709928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31736" y="2578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Security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168896" y="3127248"/>
            <a:ext cx="1508760" cy="22860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031736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venv · CORS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7031736" y="34290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virtual environments with rigorous CORS security and isolated dependencies.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WHAT'S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F472B6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88720" cy="292608"/>
          </a:xfrm>
          <a:prstGeom prst="rect">
            <a:avLst/>
          </a:prstGeom>
          <a:solidFill>
            <a:srgbClr val="F472B6">
              <a:alpha val="22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65960" y="1600200"/>
            <a:ext cx="91440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2057400"/>
            <a:ext cx="914400" cy="914400"/>
          </a:xfrm>
          <a:prstGeom prst="ellipse">
            <a:avLst/>
          </a:prstGeom>
          <a:solidFill>
            <a:srgbClr val="F472B6">
              <a:alpha val="22000"/>
            </a:srgbClr>
          </a:solidFill>
          <a:ln w="25400">
            <a:solidFill>
              <a:srgbClr val="F472B6">
                <a:alpha val="5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945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Emotion Recognition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 to analyze candidate confidence and micro-expressions during the interview, providing deeper behavioral insights.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4901184"/>
            <a:ext cx="265176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9272" y="1417320"/>
            <a:ext cx="26517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56432" y="1600200"/>
            <a:ext cx="1188720" cy="292608"/>
          </a:xfrm>
          <a:prstGeom prst="rect">
            <a:avLst/>
          </a:prstGeom>
          <a:solidFill>
            <a:srgbClr val="0EA5E9">
              <a:alpha val="2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56432" y="1600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73752" y="1600200"/>
            <a:ext cx="91440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3752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87952" y="2057400"/>
            <a:ext cx="914400" cy="914400"/>
          </a:xfrm>
          <a:prstGeom prst="ellipse">
            <a:avLst/>
          </a:prstGeom>
          <a:solidFill>
            <a:srgbClr val="0EA5E9">
              <a:alpha val="22000"/>
            </a:srgbClr>
          </a:solidFill>
          <a:ln w="25400">
            <a:solidFill>
              <a:srgbClr val="0EA5E9">
                <a:alpha val="55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19456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6432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Pool B2B Portal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3456432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recruiter-facing portal allowing talent scouts to directly headhunt top performers from the Global Leaderboard.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19272" y="4901184"/>
            <a:ext cx="26517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27064" y="1417320"/>
            <a:ext cx="26517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FBBF24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64224" y="1600200"/>
            <a:ext cx="1188720" cy="292608"/>
          </a:xfrm>
          <a:prstGeom prst="rect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64224" y="1600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781544" y="1600200"/>
            <a:ext cx="91440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81544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095744" y="2057400"/>
            <a:ext cx="914400" cy="914400"/>
          </a:xfrm>
          <a:prstGeom prst="ellipse">
            <a:avLst/>
          </a:prstGeom>
          <a:solidFill>
            <a:srgbClr val="FBBF24">
              <a:alpha val="22000"/>
            </a:srgbClr>
          </a:solidFill>
          <a:ln w="25400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194560"/>
            <a:ext cx="640080" cy="6400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64224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6364224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in regional languages to expand hiring pools and make AI-powered prep accessible to all candidates worldwide.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27064" y="4901184"/>
            <a:ext cx="26517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F472B6">
              <a:alpha val="8000"/>
            </a:srgbClr>
          </a:solidFill>
          <a:ln w="12700">
            <a:solidFill>
              <a:srgbClr val="F472B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9344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76856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6904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4416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2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3716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76856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4368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46904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16952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66751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9344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44368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9392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46904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4416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1928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6952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119786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9344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76856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44368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11880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9392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46904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4416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81928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9440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16952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84464" y="172821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1832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9344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76856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44368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11880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79392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46904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14416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81928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49440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16952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84464" y="2258568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1832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09344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6856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44368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11880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79392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46904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14416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81928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49440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16952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84464" y="2788920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1832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09344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76856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44368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11880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79392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46904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14416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81928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49440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16952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84464" y="3319272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1832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09344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76856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944368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11880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79392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46904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614416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81928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949440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616952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284464" y="3849624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74320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1832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09344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276856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944368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11880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46904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14416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81928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49440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616952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284464" y="4379976"/>
            <a:ext cx="54864" cy="54864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100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14400" y="1280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22" name="Text 120"/>
          <p:cNvSpPr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600" dirty="0"/>
          </a:p>
        </p:txBody>
      </p:sp>
      <p:sp>
        <p:nvSpPr>
          <p:cNvPr id="123" name="Shape 121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Prep System  ·  Confidential &amp; Proprietary  ·  2024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011680" y="4114800"/>
            <a:ext cx="16459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01168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27" name="Text 125"/>
          <p:cNvSpPr/>
          <p:nvPr/>
        </p:nvSpPr>
        <p:spPr>
          <a:xfrm>
            <a:off x="201168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023360" y="4114800"/>
            <a:ext cx="16459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02336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30" name="Text 128"/>
          <p:cNvSpPr/>
          <p:nvPr/>
        </p:nvSpPr>
        <p:spPr>
          <a:xfrm>
            <a:off x="402336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035040" y="4114800"/>
            <a:ext cx="16459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03504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3" name="Text 131"/>
          <p:cNvSpPr/>
          <p:nvPr/>
        </p:nvSpPr>
        <p:spPr>
          <a:xfrm>
            <a:off x="603504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 AI Interview &amp; Resume System</dc:title>
  <dc:subject>PptxGenJS Presentation</dc:subject>
  <dc:creator>PptxGenJS</dc:creator>
  <cp:lastModifiedBy>PptxGenJS</cp:lastModifiedBy>
  <cp:revision>1</cp:revision>
  <dcterms:created xsi:type="dcterms:W3CDTF">2026-04-18T10:45:22Z</dcterms:created>
  <dcterms:modified xsi:type="dcterms:W3CDTF">2026-04-18T10:45:22Z</dcterms:modified>
</cp:coreProperties>
</file>