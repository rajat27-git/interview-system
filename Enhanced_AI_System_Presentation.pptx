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5400">
                <a:solidFill>
                  <a:srgbClr val="FFFFFF"/>
                </a:solidFill>
              </a:defRPr>
            </a:pPr>
            <a:r>
              <a:t>NEXT-GEN AI INTERVIEW</a:t>
            </a:r>
            <a:br/>
            <a:r>
              <a:t>&amp; RESUME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200">
                <a:solidFill>
                  <a:srgbClr val="38BDF8"/>
                </a:solidFill>
              </a:defRPr>
            </a:pPr>
            <a:r>
              <a:t>A Complete, Gamified Platform for Job Seekers</a:t>
            </a:r>
            <a:br/>
            <a:r>
              <a:t>to Analyze, Build, and Practice Interviews.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1. The Hiring Challenge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Lack of Practice: Candidates fail because they lack realistic, pressure-tested mock interview environments.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ATS Rejection: Over 70% of resumes are rejected by Applicant Tracking Systems without reaching a human.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No Feedback Loop: Rejected candidates receive no actionable guidance to improve their answers or CVs.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Fragmented Tools: Job seekers must use separate platforms to build resumes and practice interviews.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2. The Integrated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A unified Web Application blending Frontend excellence and AI power.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Phase 1: Construct a beautiful, ATS-friendly resume instantly.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Phase 2: Analyze the ATS score of an existing resume to identify missing keywords.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Phase 3: Sit for a real-time AI Interview, answering verbally via mic.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Phase 4: Receive a comprehensive final score, semantic analysis, and constructive feedback.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3. Feature Deep-Dive: Resume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Smart Builder: A live-preview split-pane editor generating meticulously formatted PDFs directly in the browser.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Resume Parsing Analyzer: Extracts core technical skills from uploaded PDFs.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Score Visualizer: Color-coded UI alerts the user if they've failed baseline requirements (e.g., missing top skills or phone numbers).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4. Feature Deep-Dive: AI Interviewer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Difficulty Tiers: 'Google-level Hard', 'Mid-tier Medium', 'Startup Easy'. The AI scales question complexity.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Two-Way Audio: The platform uses Text-to-Speech (TTS) to physically 'ask' the question out loud.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WebRTC Voice Capture: Candidate records their verbal reply directly embedded in the secure browser session.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Speech-to-Text translation pipeline bridges the recorded answer to the logic engine.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5. Under the Hood: Evaluation Algorithm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To generate a score out of 100%, the backend runs multi-vector checks: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✓ Semantic Similarity (40%): Comparing the underlying meaning of the user's answer against the AI's model answer.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✓ Keyword Density (60%): Scanning for mandatory technical jargon.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Constructive Feedback: A dedicated generative prompt provides a paragraph on what the candidate missed.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Gamification: Scores populate a public Global Leaderboard to drive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6. Tech Stack &amp;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Frontend UI Layer: React.js, React Router, Vite. Styled with a premium, airy 'glassmorphism' aesthetic.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Backend Logic Layer: Python FastAPI. Chosen for high concurrency and speed required by AI parsing.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Machine Learning Int: HuggingFace &amp; Generative pipelines for real-time text analysis.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Environment: Localized python virtual environments with rigorous CORS security.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defRPr b="1" sz="3800">
                <a:solidFill>
                  <a:srgbClr val="FFFFFF"/>
                </a:solidFill>
              </a:defRPr>
            </a:pPr>
            <a:r>
              <a:t>7. Future Scope &amp;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188720"/>
            <a:ext cx="9144000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093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r">
              <a:defRPr sz="1200">
                <a:solidFill>
                  <a:srgbClr val="94A3B8"/>
                </a:solidFill>
              </a:defRPr>
            </a:pPr>
            <a:r>
              <a:t>AI Career Prep System | Confidential &amp; Proprietary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>
                <a:solidFill>
                  <a:srgbClr val="1E293B"/>
                </a:solidFill>
              </a:defRPr>
            </a:pPr>
            <a:r>
              <a:t>•  Facial Emotion Recognition: Webcam capture to analyze candidate confidence and micro-expressions.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Talent Pool B2B Portal: Allowing recruiters to headhunt top players from the Leaderboard directly.</a:t>
            </a:r>
          </a:p>
          <a:p>
            <a:pPr>
              <a:spcBef>
                <a:spcPts val="1800"/>
              </a:spcBef>
              <a:defRPr sz="2200">
                <a:solidFill>
                  <a:srgbClr val="1E293B"/>
                </a:solidFill>
              </a:defRPr>
            </a:pPr>
            <a:r>
              <a:t>•  Multi-Language Support: Allowing interviews in regional languages to diversify hiring pools.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b="1" sz="6400">
                <a:solidFill>
                  <a:srgbClr val="FFFFFF"/>
                </a:solidFill>
              </a:defRPr>
            </a:pPr>
            <a:r>
              <a:t>THANK YOU</a:t>
            </a:r>
            <a:br/>
            <a:r>
              <a:t>Any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